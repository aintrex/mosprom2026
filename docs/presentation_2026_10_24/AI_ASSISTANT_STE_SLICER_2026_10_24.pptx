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2240f90c5e4266" /><Relationship Type="http://schemas.openxmlformats.org/officeDocument/2006/relationships/extended-properties" Target="/docProps/app.xml" Id="R9c45435c32d54f43" /><Relationship Type="http://schemas.openxmlformats.org/officeDocument/2006/relationships/officeDocument" Target="/ppt/presentation.xml" Id="R1cbdda1fc6dc4c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84f5442d724f37"/>
  </p:sldMasterIdLst>
  <p:notesMasterIdLst>
    <p:notesMasterId xmlns:r="http://schemas.openxmlformats.org/officeDocument/2006/relationships" r:id="Rc1354945844243fc"/>
  </p:notesMasterIdLst>
  <p:sldIdLst>
    <p:sldId xmlns:r="http://schemas.openxmlformats.org/officeDocument/2006/relationships" id="256" r:id="R45ce8659bd33471f"/>
    <p:sldId xmlns:r="http://schemas.openxmlformats.org/officeDocument/2006/relationships" id="257" r:id="Rbd59cabc76ba425f"/>
    <p:sldId xmlns:r="http://schemas.openxmlformats.org/officeDocument/2006/relationships" id="258" r:id="R7c05ead9beed456e"/>
    <p:sldId xmlns:r="http://schemas.openxmlformats.org/officeDocument/2006/relationships" id="259" r:id="R4625bc48896146e3"/>
    <p:sldId xmlns:r="http://schemas.openxmlformats.org/officeDocument/2006/relationships" id="260" r:id="R0575f9628ba446bd"/>
    <p:sldId xmlns:r="http://schemas.openxmlformats.org/officeDocument/2006/relationships" id="261" r:id="R641ee31201f0400e"/>
    <p:sldId xmlns:r="http://schemas.openxmlformats.org/officeDocument/2006/relationships" id="262" r:id="Rfbeb25bc82934c45"/>
    <p:sldId xmlns:r="http://schemas.openxmlformats.org/officeDocument/2006/relationships" id="263" r:id="R6e311b28d0294c5a"/>
    <p:sldId xmlns:r="http://schemas.openxmlformats.org/officeDocument/2006/relationships" id="264" r:id="R2015c7d61ca44568"/>
    <p:sldId xmlns:r="http://schemas.openxmlformats.org/officeDocument/2006/relationships" id="265" r:id="Re7fc550ad8c04c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00e92a14ea44af" /><Relationship Type="http://schemas.openxmlformats.org/officeDocument/2006/relationships/slideMaster" Target="/ppt/slideMasters/slideMaster1.xml" Id="Rd284f5442d724f37" /><Relationship Type="http://schemas.openxmlformats.org/officeDocument/2006/relationships/notesMaster" Target="/ppt/notesMasters/notesMaster1.xml" Id="Rc1354945844243fc" /><Relationship Type="http://schemas.openxmlformats.org/officeDocument/2006/relationships/presProps" Target="/ppt/presProps.xml" Id="R8f99dca6f1fb4ce6" /><Relationship Type="http://schemas.openxmlformats.org/officeDocument/2006/relationships/tableStyles" Target="/ppt/tableStyles.xml" Id="R45e97a34488646cf" /><Relationship Type="http://schemas.openxmlformats.org/officeDocument/2006/relationships/slide" Target="/ppt/slides/slide1.xml" Id="R45ce8659bd33471f" /><Relationship Type="http://schemas.openxmlformats.org/officeDocument/2006/relationships/slide" Target="/ppt/slides/slide2.xml" Id="Rbd59cabc76ba425f" /><Relationship Type="http://schemas.openxmlformats.org/officeDocument/2006/relationships/slide" Target="/ppt/slides/slide3.xml" Id="R7c05ead9beed456e" /><Relationship Type="http://schemas.openxmlformats.org/officeDocument/2006/relationships/slide" Target="/ppt/slides/slide4.xml" Id="R4625bc48896146e3" /><Relationship Type="http://schemas.openxmlformats.org/officeDocument/2006/relationships/slide" Target="/ppt/slides/slide5.xml" Id="R0575f9628ba446bd" /><Relationship Type="http://schemas.openxmlformats.org/officeDocument/2006/relationships/slide" Target="/ppt/slides/slide6.xml" Id="R641ee31201f0400e" /><Relationship Type="http://schemas.openxmlformats.org/officeDocument/2006/relationships/slide" Target="/ppt/slides/slide7.xml" Id="Rfbeb25bc82934c45" /><Relationship Type="http://schemas.openxmlformats.org/officeDocument/2006/relationships/slide" Target="/ppt/slides/slide8.xml" Id="R6e311b28d0294c5a" /><Relationship Type="http://schemas.openxmlformats.org/officeDocument/2006/relationships/slide" Target="/ppt/slides/slide9.xml" Id="R2015c7d61ca44568" /><Relationship Type="http://schemas.openxmlformats.org/officeDocument/2006/relationships/slide" Target="/ppt/slides/slide10.xml" Id="Re7fc550ad8c04c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2a91ade7d741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7de2f8d7534e4a" /><Relationship Type="http://schemas.openxmlformats.org/officeDocument/2006/relationships/notesMaster" Target="/ppt/notesMasters/notesMaster1.xml" Id="R97762f02efc343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95b4f1d1464307" /><Relationship Type="http://schemas.openxmlformats.org/officeDocument/2006/relationships/notesMaster" Target="/ppt/notesMasters/notesMaster1.xml" Id="R99c7d011664741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7fa68d42a7480e" /><Relationship Type="http://schemas.openxmlformats.org/officeDocument/2006/relationships/notesMaster" Target="/ppt/notesMasters/notesMaster1.xml" Id="R8c8591db1c3244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b54bba586442ec" /><Relationship Type="http://schemas.openxmlformats.org/officeDocument/2006/relationships/notesMaster" Target="/ppt/notesMasters/notesMaster1.xml" Id="R766627205da140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538dd2fc6548ad" /><Relationship Type="http://schemas.openxmlformats.org/officeDocument/2006/relationships/notesMaster" Target="/ppt/notesMasters/notesMaster1.xml" Id="R8f2b1fbf52004a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875e3fcf844513" /><Relationship Type="http://schemas.openxmlformats.org/officeDocument/2006/relationships/notesMaster" Target="/ppt/notesMasters/notesMaster1.xml" Id="R06ec24ba220649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0ceb81c3e94066" /><Relationship Type="http://schemas.openxmlformats.org/officeDocument/2006/relationships/notesMaster" Target="/ppt/notesMasters/notesMaster1.xml" Id="Rff51370f2ee84f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5e17f03aaa4605" /><Relationship Type="http://schemas.openxmlformats.org/officeDocument/2006/relationships/notesMaster" Target="/ppt/notesMasters/notesMaster1.xml" Id="R1c7574e1e25041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d81c9ff7144ba7" /><Relationship Type="http://schemas.openxmlformats.org/officeDocument/2006/relationships/notesMaster" Target="/ppt/notesMasters/notesMaster1.xml" Id="R76824b29d99f4f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68c17a3b8145a8" /><Relationship Type="http://schemas.openxmlformats.org/officeDocument/2006/relationships/notesMaster" Target="/ppt/notesMasters/notesMaster1.xml" Id="R643ca3aa747b48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делаем помощника для STE Slicer, программы подготовки моделей к 3D-печати. Пользователь описывает задачу обычными словами и прикладывает модель или фотографию. Помощник должен настроить проект и помочь получить файлы для печати. Сегодня покажем, какие части уже написаны и что удалось подтвердить в настоящем приложении.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docs/PRESENTATION_SPEECH_2026_10_24.docx; README.md; docs/reports/USER_RUNTIME_2026_10_24.md.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слайсере много параметров, и новичку сложно оценить, как они повлияют на результат. Например, человеку нужен прочный кронштейн из PETG. Это понятная задача, но для её выполнения нужно выбрать материал, профиль качества, заполнение, температуру и поддержки. Мы хотим связать такое описание с конкретными действиями в рабочем проекте. Полный путь до проверенных файлов пока остаётся нашей целью.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docs/PRESENTATION_SPEECH_2026_10_24.docx, раздел «Задача и наш подход»; docs/BRIEF.md, целевой сценарий.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Плагин запускается из STE Slicer и открывает чат в системном браузере. Слева пользователь видит машину и режим, внизу может приложить файлы и отправить сообщение. Диалог показывает вызовы инструментов, результаты и ошибки. Этот скриншот показывает интерфейс до сообщений. Статус связи на нём ещё не проверен, поэтому сам по себе этот экран не доказывает успешное подключение к нейросети.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Скриншот пользователя №2, codex-clipboard-bf52a0d6-f0f1-48c8-a697-62ab3666916a.png; plugin/AIAssistant/web/; plugin/AIAssistant/server.py.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Связка устроена так: агент получает запрос и выбирает разрешённый инструмент через Chat Completions с tool calling. MCP и агент используют общий реестр команд, который проверяет аргументы до обращения к API. Действия с приложением переходят в основной Qt-поток через callLater. Сам G-code формирует штатный движок STE Slicer. Адрес сервиса, модель и ключ пользователь задаёт в окне настроек. Ключ хранится в Preferences и не возвращается браузеру.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plugin/AIAssistant/agent/tools.py; agent/llm.py; agent/service.py; agent/config.py; slicer/qt_bridge.py; server.py; скриншот пользователя №1, codex-clipboard-ceccfd38-b8e0-443d-81c0-fca95eac8bf3.png.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часть работы посвящена инструментам слайсера. В исходниках есть чтение и изменение 19 разрешённых параметров, глобально и для выбранного экструдера. Добавлены материалы, встроенные и пользовательские профили. Есть импорт STL, OBJ и 3MF, габариты, перемещение, поворот, масштабирование и удаление с Undo. Автоматическая расстановка предусмотрена для обычного 3D. Реализованы запуск нарезки во всех трёх режимах, чтение прогресса, времени и материала, штатные writers G-code и 3MF. Вложения и скачивание связаны с чатом. Это перечень реализации, а не заявление о завершённой проверке каждой функции в приложении.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plugin/AIAssistant/agent/tools.py; slicer/settings.py; slicer/models.py; slicer/transforms.py; slicer/arrangement.py; slicer/profiles.py; slicer/custom_profiles.py; slicer/slicing.py; slicer/cli_slicing.py; slicer/full_slicing.py; slicer/exports.py; uploads.py; downloads.py.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пользовательском прогоне чат уже обращается к настоящему STE Slicer. На скриншоте агент читает состояние проекта и описание настроек, затем объясняет текущие значения. Видны машина Stereotech Hybrid 530 V5.2.4, обычный режим classic и соответствующий CuraEngineBackend. Это подтверждает чтение через чат. Показанный ответ ещё не означает, что агент успешно меняет настройки: запись мы проверяем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Скриншот пользователя №3, codex-clipboard-d5088a78-b8d4-4d69-af8e-f88047cad856.png; docs/reports/USER_RUNTIME_2026_10_24.md.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Следующее подтверждённое действие — импорт конкретного STL из вложения. Пользователь отправил модель рабочего колеса насоса. Инструмент load_model_file получил доверенный file_id, вернул успешный результат и объект model-1 с габаритами в миллиметрах. Деталь видна в сцене слайсера. Здесь важно отделить загрузку от второй части запроса: этот скриншот подтверждает импорт, но не поворот на 90 градусов. Импорт других форматов также требует отдельной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Скриншот пользователя №4, codex-clipboard-c45b766d-9aa6-4449-9d50-6ac6a9233571.png; docs/reports/USER_RUNTIME_2026_10_24.md; plugin/AIAssistant/slicer/models.py.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Прогон выявил и ограничения. Изменение слоя на 0,12 миллиметра агентом отклонено на проверке аргументов, а повторное чтение оставило 0,1. Точный неверный payload старого запроса по скриншоту установить нельзя. Для преобразований прототип требует отключённой автоматической физики сцены. Переключать эти UI-настройки агент пока не умеет, а для поворота ему нужна ось. Поэтому успешный поворот мы не заявляем. Диагностику отказа уже уточнили в исходниках, но результат после обновления нужно подтвердить реальным повтором.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Скриншоты пользователя №4 и №5; codex-clipboard-c8b2eb18-42df-46f1-aca9-d124418ac5a1.png; docs/reports/USER_RUNTIME_2026_10_24.md; docs/reports/FIX_SETTING_TOOL_REVIEW.md; plugin/AIAssistant/slicer/transforms.py.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различаем изолированные проверки и настоящий запуск. В свежем отчёте последний полный Python-набор содержит 329 успешных проверок, JavaScript — 14 сценариев. Часть API в них заменяют подмены, поэтому это не доказательство готовности движка. В STE Slicer раньше подтвердили прямое изменение высоты слоя с восстановлением и переключение всех трёх режимов с реальными backend. Свежие скриншоты добавляют чтение через чат и конкретный STL. Нарезку, экспорт, предпросмотр и повторное открытие 3MF во всех режимах ещё предстоит подтвердить.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docs/reports/FIX_SETTING_TOOL_REVIEW.md: полный прогон 329 Python, независимый прогон 14 JS; docs/reports/FIX_LLM_TIMEOUT_REVIEW.md: дополнительно 5 адресных проверок, не новый полный набор; docs/reports/TASK_01_RUNTIME.md; TASK_02_RUNTIME.md; USER_RUNTIME_2026_10_24.md.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Ближайший этап — проверить актуальную версию внутри STE: настройки, материалы, профили и подготовку модели. Затем повторить тот же путь через чат с реальным провайдером, включая ошибки, фото и прогресс. Для выданных моделей нужно получить настоящие файлы в трёх режимах, посмотреть G-code в предпросмотре и открыть сохранённый 3MF заново. На сегодня у нас связаны в коде чат, агент и инструменты, и уже есть первые подтверждённые действия в слайсере. Следующая цель — повторяемый сценарий с проверенным проектом и файлом для печати.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спросят о готовности: основные части написаны, сквозная приёмка остаётся открытой. Если спросят о G-code: его создаёт штатный движок STE Slicer. Если спросят о режимах: переключение проверено, нарезка и файлы требуют отдельного подтверждения.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docs/PRESENTATION_SPEECH_2026_10_24.docx; docs/NATIVE_ACCEPTANCE.md; docs/CHECKLIST.md; results/README.md.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41306f23b45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3f067925545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b5e8c5f4944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c5076403541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28db468eb41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a47f43c7844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958F1B-9C5B-47B7-8D5F-D8E6789B5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1A666B-4B4C-4E87-9188-9F3506CEDD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F7FF83-98C0-41C6-8206-B967BAE38B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FE7B84-9017-4FAD-8002-1201DA9DA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5B9EFB-0F0E-4E34-8286-6F8182B268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77A28E-0CB0-4606-A8EC-FF78F351A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A7B21C-0424-4C1F-B8A3-E94F939392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38D997-834B-4DD4-9089-367E59ACC1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C4C2C8-0A7E-40D8-9DE5-9F99D57A41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6AA55D-EB0E-482C-9B73-09D01A3823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2bf146344e44fc" /><Relationship Type="http://schemas.openxmlformats.org/officeDocument/2006/relationships/slideLayout" Target="/ppt/slideLayouts/slideLayout1.xml" Id="R20c68ab9fced446d" /><Relationship Type="http://schemas.openxmlformats.org/officeDocument/2006/relationships/slideLayout" Target="/ppt/slideLayouts/slideLayout2.xml" Id="Ra721a3b9a5484426" /><Relationship Type="http://schemas.openxmlformats.org/officeDocument/2006/relationships/slideLayout" Target="/ppt/slideLayouts/slideLayout3.xml" Id="Rd75522d5088a4d35" /><Relationship Type="http://schemas.openxmlformats.org/officeDocument/2006/relationships/slideLayout" Target="/ppt/slideLayouts/slideLayout4.xml" Id="R6393651da26e4e66" /><Relationship Type="http://schemas.openxmlformats.org/officeDocument/2006/relationships/slideLayout" Target="/ppt/slideLayouts/slideLayout5.xml" Id="R68f1761b0a3d48a8" /><Relationship Type="http://schemas.openxmlformats.org/officeDocument/2006/relationships/slideLayout" Target="/ppt/slideLayouts/slideLayout6.xml" Id="R7604dc2150a043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c68ab9fced446d"/>
    <p:sldLayoutId xmlns:r="http://schemas.openxmlformats.org/officeDocument/2006/relationships" id="2147483650" r:id="Ra721a3b9a5484426"/>
    <p:sldLayoutId xmlns:r="http://schemas.openxmlformats.org/officeDocument/2006/relationships" id="2147483651" r:id="Rd75522d5088a4d35"/>
    <p:sldLayoutId xmlns:r="http://schemas.openxmlformats.org/officeDocument/2006/relationships" id="2147483652" r:id="R6393651da26e4e66"/>
    <p:sldLayoutId xmlns:r="http://schemas.openxmlformats.org/officeDocument/2006/relationships" id="2147483653" r:id="R68f1761b0a3d48a8"/>
    <p:sldLayoutId xmlns:r="http://schemas.openxmlformats.org/officeDocument/2006/relationships" id="2147483654" r:id="R7604dc2150a043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aa73213994aa3" /><Relationship Type="http://schemas.openxmlformats.org/officeDocument/2006/relationships/notesSlide" Target="/ppt/notesSlides/notesSlide1.xml" Id="R5f206cc704604c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837970bc8410d" /><Relationship Type="http://schemas.openxmlformats.org/officeDocument/2006/relationships/notesSlide" Target="/ppt/notesSlides/notesSlide2.xml" Id="R1df578e7d9ae4e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966737e9a4b4f" /><Relationship Type="http://schemas.openxmlformats.org/officeDocument/2006/relationships/image" Target="/ppt/media/image.png" Id="R5d0d49bb740f40c6" /><Relationship Type="http://schemas.openxmlformats.org/officeDocument/2006/relationships/notesSlide" Target="/ppt/notesSlides/notesSlide3.xml" Id="R64fffc970d0a40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a6d6ded454233" /><Relationship Type="http://schemas.openxmlformats.org/officeDocument/2006/relationships/image" Target="/ppt/media/image2.png" Id="R3f647d8f999944d4" /><Relationship Type="http://schemas.openxmlformats.org/officeDocument/2006/relationships/notesSlide" Target="/ppt/notesSlides/notesSlide4.xml" Id="Rfcb932fc4c4d42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bf67f9e3c4e1f" /><Relationship Type="http://schemas.openxmlformats.org/officeDocument/2006/relationships/notesSlide" Target="/ppt/notesSlides/notesSlide5.xml" Id="Rebf4dcd251a347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045be023f4ab4" /><Relationship Type="http://schemas.openxmlformats.org/officeDocument/2006/relationships/image" Target="/ppt/media/image3.png" Id="R49c26e2dfae047f7" /><Relationship Type="http://schemas.openxmlformats.org/officeDocument/2006/relationships/notesSlide" Target="/ppt/notesSlides/notesSlide6.xml" Id="Rd0b0282a1f2e4a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6eb858cd4498e" /><Relationship Type="http://schemas.openxmlformats.org/officeDocument/2006/relationships/image" Target="/ppt/media/image4.png" Id="Rb6c73fa3e35d4e72" /><Relationship Type="http://schemas.openxmlformats.org/officeDocument/2006/relationships/notesSlide" Target="/ppt/notesSlides/notesSlide7.xml" Id="R8cbc1e0d9a6746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27982bf9f4c23" /><Relationship Type="http://schemas.openxmlformats.org/officeDocument/2006/relationships/image" Target="/ppt/media/image5.png" Id="R1c472e6c58d940e9" /><Relationship Type="http://schemas.openxmlformats.org/officeDocument/2006/relationships/notesSlide" Target="/ppt/notesSlides/notesSlide8.xml" Id="R6b0c6ebcd7cc45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bb92bdbd945e8" /><Relationship Type="http://schemas.openxmlformats.org/officeDocument/2006/relationships/notesSlide" Target="/ppt/notesSlides/notesSlide9.xml" Id="Rae6851852b6b46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be9a862974e32" /><Relationship Type="http://schemas.openxmlformats.org/officeDocument/2006/relationships/notesSlide" Target="/ppt/notesSlides/notesSlide10.xml" Id="R6e88356f6f2f48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5C80A-2A62-4BA6-A171-5E9D4E95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AI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C1EFD-29F6-4537-8488-BB346FCC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8BDEC"/>
                </a:solidFill>
                <a:latin typeface="Arial"/>
                <a:ea typeface="Arial"/>
                <a:cs typeface="Arial"/>
              </a:rPr>
              <a:t>для STE Slicer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EC497-A71E-4415-BA71-306247B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Подготовка 3D-печати через диалог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B879F-7455-428F-9B35-4CD6E473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Промежуточный результат</a:t>
            </a:r>
          </a:p>
          <a:p xmlns:a="http://schemas.openxmlformats.org/drawingml/2006/main">
            <a:pPr>
              <a:defRPr sz="172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24 октября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B54EA-C561-467A-A250-D26C116E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2091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55BE0-F765-4B18-99D8-3895B04F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Задача пользователя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7A692-D43F-4A26-9EDB-1C081B65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«Нужен прочный кронштейн</a:t>
            </a:r>
          </a:p>
          <a:p xmlns:a="http://schemas.openxmlformats.org/drawingml/2006/main">
            <a:pPr>
              <a:defRPr sz="39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из PETG»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5C3D0-1FAE-43BC-90D9-0B2DFD71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В слайсере нужно выбрать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6937B-4AF7-41C4-B109-0EC67A0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Материал, качество, заполнение,</a:t>
            </a:r>
          </a:p>
          <a:p xmlns:a="http://schemas.openxmlformats.org/drawingml/2006/main">
            <a: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температуру и поддержки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EFB1F-5747-4339-99C8-6614E7C0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Пользователь получает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69625-5127-42F8-AC1F-5BBD28C7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5219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Настроенную модель, проект 3MF</a:t>
            </a:r>
          </a:p>
          <a:p xmlns:a="http://schemas.openxmlformats.org/drawingml/2006/main">
            <a:pPr>
              <a:defRPr sz="21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и G-code для печати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580E2-A757-4B66-893E-9284A7E0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Целевой сценарий. Полный путь до проверенных файлов ещё проходит приёмку.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76BD6-5BD1-4648-A633-2C9E2B08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8037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E82C3-5C21-4E17-ACDD-BFC74B54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Чат открывается из STE Slicer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6D1F1-0688-4FF0-B665-F2BCA772D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d49bb740f40c6"/>
          <a:stretch xmlns:a="http://schemas.openxmlformats.org/drawingml/2006/main"/>
        </p:blipFill>
        <p:spPr>
          <a:xfrm xmlns:a="http://schemas.openxmlformats.org/drawingml/2006/main">
            <a:off x="610818" y="1295400"/>
            <a:ext cx="10970365" cy="5495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588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4CB80-B0D4-4F6A-AB38-35F0893E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Как запрос становится действием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2D167-52E3-40AC-AA43-80921FCE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BDE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7F483-646A-47F4-8540-0E89718B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90675"/>
            <a:ext cx="614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Чат и агент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ECFC7-53B6-43BE-9AED-2B04ECEF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Нейросеть выбирает инструмент</a:t>
            </a:r>
          </a:p>
          <a:p xmlns:a="http://schemas.openxmlformats.org/drawingml/2006/main">
            <a: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через Chat Completions и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D3092-C048-4D10-B48D-BEFFB351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BDE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5C39F-A8B0-4658-8837-2DE12C22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52775"/>
            <a:ext cx="614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Единый реестр команд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3014A-6FAA-4F54-A93E-66EEF38B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05225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MCP и LLM используют одни схемы.</a:t>
            </a:r>
          </a:p>
          <a:p xmlns:a="http://schemas.openxmlformats.org/drawingml/2006/main">
            <a: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Аргументы проходят строгую проверку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2126C-EB3A-4122-A67D-653175D9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BDE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62536-5DF2-4798-B3D0-AE912100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14875"/>
            <a:ext cx="614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API настоящего слайсера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C064D-39E2-424E-8A38-7D9B0F6D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67325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Операции приложения идут в Qt-поток.</a:t>
            </a:r>
          </a:p>
          <a:p xmlns:a="http://schemas.openxmlformats.org/drawingml/2006/main">
            <a: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G-code формирует движок STE Slicer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59059-068E-4DF4-8217-A7A739DB23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47d8f999944d4"/>
          <a:stretch xmlns:a="http://schemas.openxmlformats.org/drawingml/2006/main"/>
        </p:blipFill>
        <p:spPr>
          <a:xfrm xmlns:a="http://schemas.openxmlformats.org/drawingml/2006/main">
            <a:off x="8687901" y="1666875"/>
            <a:ext cx="2455248" cy="2124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0EA50-AD60-4D8D-BA3E-C67E0AA0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957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URL, модель и ключ</a:t>
            </a:r>
          </a:p>
          <a:p xmlns:a="http://schemas.openxmlformats.org/drawingml/2006/main">
            <a:pPr>
              <a:defRPr sz="202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задаёт пользователь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AC127-6BDA-4E6C-AD0F-56B79A40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911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Ключ хранится</a:t>
            </a:r>
          </a:p>
          <a:p xmlns:a="http://schemas.openxmlformats.org/drawingml/2006/main">
            <a: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в Preferences приложения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1AF9F-402C-4B0D-AEE3-8A6BE845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0254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DAB06-0AF5-4745-A2EA-8D76AE4E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Инструменты управления STE Slicer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90409-DF8E-425D-A466-44F41C8C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571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defPPr>
            <a:lvl1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1pPr>
            <a:lvl2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2pPr>
            <a:lvl3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3pPr>
            <a:lvl4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4pPr>
            <a:lvl5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5pPr>
            <a:lvl6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6pPr>
            <a:lvl7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7pPr>
            <a:lvl8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8pPr>
            <a:lvl9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8BDE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3F9D0-B764-4DEB-B045-966201C6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76400"/>
            <a:ext cx="3667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параметров печати</a:t>
            </a:r>
          </a:p>
          <a:p xmlns:a="http://schemas.openxmlformats.org/drawingml/2006/main">
            <a: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глобально и для экструдера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F4C2D-B160-4937-BC47-2652D42F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38275"/>
            <a:ext cx="95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defPPr>
            <a:lvl1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1pPr>
            <a:lvl2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2pPr>
            <a:lvl3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3pPr>
            <a:lvl4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4pPr>
            <a:lvl5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5pPr>
            <a:lvl6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6pPr>
            <a:lvl7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7pPr>
            <a:lvl8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8pPr>
            <a:lvl9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8BDE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3BD98-2841-43A4-870F-34E6B5D0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76400"/>
            <a:ext cx="3952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режима</a:t>
            </a:r>
          </a:p>
          <a:p xmlns:a="http://schemas.openxmlformats.org/drawingml/2006/main">
            <a:pPr>
              <a:defRPr sz="20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3D, 5D Spiral и 5D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EBC87-8CC0-4467-8782-5461FA5E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Профили и материалы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F60D2-EEF9-4D08-B83C-A7382F86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191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Выбор встроенных, создание</a:t>
            </a:r>
          </a:p>
          <a:p xmlns:a="http://schemas.openxmlformats.org/drawingml/2006/main">
            <a: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и сохранение своих профилей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E3303-E246-47AE-BCFB-BFDCC4CF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992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Модель в сцене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3E381-FF98-41FB-896D-1654F257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43325"/>
            <a:ext cx="5219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STL / OBJ / 3MF, размеры и преобразования.</a:t>
            </a:r>
          </a:p>
          <a:p xmlns:a="http://schemas.openxmlformats.org/drawingml/2006/main">
            <a: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Удаление с Undo, расстановка в 3D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EE021-2B8E-4205-9D07-9AD55BAE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Нарезка и файлы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96333-7B2F-4F13-9EF0-B41AA73C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Статус, прогресс, время и материал.</a:t>
            </a:r>
          </a:p>
          <a:p xmlns:a="http://schemas.openxmlformats.org/drawingml/2006/main">
            <a: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Экспорт G-code и проекта 3MF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F1717-8FFC-4063-ABEA-75A410DC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8157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Вложения и диалог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19101-D3E3-4050-9EFC-EE724DE2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14975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JPG / PNG и файлы моделей.</a:t>
            </a:r>
          </a:p>
          <a:p xmlns:a="http://schemas.openxmlformats.org/drawingml/2006/main">
            <a:pPr>
              <a:defRPr sz="1875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События инструментов и скачивание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714A9-F7A1-47A0-B49E-8A3FD959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9B1BA-5E7C-4284-AF9F-AFD23CBB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9C9DD"/>
                </a:solidFill>
                <a:latin typeface="Arial"/>
                <a:ea typeface="Arial"/>
                <a:cs typeface="Arial"/>
              </a:rPr>
              <a:t>Реализовано в исходниках. Полная проверка в STE Slicer ещё впереди</a:t>
            </a:r>
          </a:p>
        </p:txBody>
      </p:sp>
    </p:spTree>
    <p:extLst>
      <p:ext uri="{BB962C8B-B14F-4D97-AF65-F5344CB8AC3E}">
        <p14:creationId xmlns:p14="http://schemas.microsoft.com/office/powerpoint/2010/main" val="17294095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53D71-34FD-4DEF-A4ED-95E9B721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Чат читает настройки проекта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2DCD2-281F-46BB-AE16-06F086FFAD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26e2dfae047f7"/>
          <a:stretch xmlns:a="http://schemas.openxmlformats.org/drawingml/2006/main"/>
        </p:blipFill>
        <p:spPr>
          <a:xfrm xmlns:a="http://schemas.openxmlformats.org/drawingml/2006/main">
            <a:off x="613538" y="1371600"/>
            <a:ext cx="10964923" cy="4819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54BA3-605B-4E81-8C4E-7A8FD0F9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Реальный прогон: Hybrid 530 V5.2.4, classic, CuraEngineBackend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C0343-F679-4FCD-990C-931198DD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1631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8C30A-B344-4D8C-921A-60B71305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STL из чата появился в сцене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82C61-1AA0-4B3D-BE8C-7F0644EE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Пользователь приложил рабочее колесо насоса и запросил поворот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6D616-BD2E-4FE3-9C29-DC15E61323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73fa3e35d4e72"/>
          <a:stretch xmlns:a="http://schemas.openxmlformats.org/drawingml/2006/main"/>
        </p:blipFill>
        <p:spPr>
          <a:xfrm xmlns:a="http://schemas.openxmlformats.org/drawingml/2006/main">
            <a:off x="609600" y="2191877"/>
            <a:ext cx="10972800" cy="230279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A408E-2D9A-4101-88B1-77F3DDB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Модель импортирована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8797D-2E64-4A9F-BF30-FB8D874D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load_model_file вернул ok=true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4C787-7595-49AD-B90B-5E4AD52F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53000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Объект получил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8981E-A93A-4116-A791-43E91098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14975"/>
            <a:ext cx="521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model-1 и габариты в миллиметрах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D2EEC-BAF6-421A-AD42-79BB8380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80147-1B91-4237-8BCE-7CCD66D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16278"/>
                </a:solidFill>
                <a:latin typeface="Arial"/>
                <a:ea typeface="Arial"/>
                <a:cs typeface="Arial"/>
              </a:rPr>
              <a:t>Поворот на 90° этим скриншотом не подтверждён</a:t>
            </a:r>
          </a:p>
        </p:txBody>
      </p:sp>
    </p:spTree>
    <p:extLst>
      <p:ext uri="{BB962C8B-B14F-4D97-AF65-F5344CB8AC3E}">
        <p14:creationId xmlns:p14="http://schemas.microsoft.com/office/powerpoint/2010/main" val="417850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9A5DB-1FC5-43F4-B3C3-5A58F8B1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Помощник показывает ограничения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8F5EE-9FE0-4365-AC49-35EDB53063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72e6c58d940e9"/>
          <a:stretch xmlns:a="http://schemas.openxmlformats.org/drawingml/2006/main"/>
        </p:blipFill>
        <p:spPr>
          <a:xfrm xmlns:a="http://schemas.openxmlformats.org/drawingml/2006/main">
            <a:off x="609600" y="1534936"/>
            <a:ext cx="10972800" cy="296897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068DB-8E14-48C5-BBEC-F29F2D16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Слой 0,12 мм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32134-C834-4B41-B3A7-0791558E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Вызов отклонён.</a:t>
            </a:r>
          </a:p>
          <a:p xmlns:a="http://schemas.openxmlformats.org/drawingml/2006/main">
            <a: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Текущее значение осталось 0,1 мм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FCF6A-3D26-487E-992B-5F356EDF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Поворот на 90°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56C73-639C-4854-979D-E0E0D14A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14975"/>
            <a:ext cx="5219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Нужны ось и ручное отключение</a:t>
            </a:r>
          </a:p>
          <a:p xmlns:a="http://schemas.openxmlformats.org/drawingml/2006/main">
            <a:pPr>
              <a:defRPr sz="195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автоматической физики сцены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E4C8E-7951-4C58-8823-1B9455D7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62326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F80B3-1856-403B-8217-88F9D3B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Что подтверждено на сегодня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B6ED8-2D46-4AF6-B2BB-12B64D6D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Автоматические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2B9F9-C5F2-475E-A6F1-F8813640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FAD"/>
                </a:solidFill>
                <a:latin typeface="Arial"/>
                <a:ea typeface="Arial"/>
                <a:cs typeface="Arial"/>
              </a:rPr>
              <a:t>329 Python</a:t>
            </a:r>
          </a:p>
          <a:p xmlns:a="http://schemas.openxmlformats.org/drawingml/2006/main">
            <a:pPr>
              <a:defRPr sz="4050" b="1">
                <a:solidFill>
                  <a:srgbClr val="007FA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FAD"/>
                </a:solidFill>
                <a:latin typeface="Arial"/>
                <a:ea typeface="Arial"/>
                <a:cs typeface="Arial"/>
              </a:rPr>
              <a:t>14 JavaScript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EBAF2-C500-45F6-B24C-7B435EAA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Последний полный прогон по отчётам.</a:t>
            </a:r>
          </a:p>
          <a:p xmlns:a="http://schemas.openxmlformats.org/drawingml/2006/main">
            <a:pPr>
              <a:defRPr sz="2025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Часть API заменяют подмены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24951-1F49-47E6-98BC-61294B98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52575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Настоящий STE Slicer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A2ECF-E5B6-4BD8-AF4F-D50C0393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Прямые вызовы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60DEF-3368-4BF2-9266-410DEE44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Изменение и восстановление слоя.</a:t>
            </a:r>
          </a:p>
          <a:p xmlns:a="http://schemas.openxmlformats.org/drawingml/2006/main">
            <a: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Переключение трёх режимов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15BE1-916F-4E2B-B7FF-AB8238E3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2907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Диалог с инструментами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2A77F-C1D7-4AE2-B14B-9EC5FC06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43425"/>
            <a:ext cx="5219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Чтение состояния и настроек.</a:t>
            </a:r>
          </a:p>
          <a:p xmlns:a="http://schemas.openxmlformats.org/drawingml/2006/main">
            <a:pPr>
              <a:defRPr sz="195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Импорт конкретного STL и его габариты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63E53-5035-4D6A-B2F8-23FFCE0D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11E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E32"/>
                </a:solidFill>
                <a:latin typeface="Arial"/>
                <a:ea typeface="Arial"/>
                <a:cs typeface="Arial"/>
              </a:rPr>
              <a:t>Сквозная нарезка и итоговые файлы ещё требуют приёмки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6D48A-DE29-4403-8176-0512ECA3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2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01364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FD7D-A8DA-43E7-9EC8-A9F1C6CE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AFF"/>
                </a:solidFill>
                <a:latin typeface="Arial"/>
                <a:ea typeface="Arial"/>
                <a:cs typeface="Arial"/>
              </a:rPr>
              <a:t>Следующий этап: проверенные файлы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2D82C-3C12-4B64-87ED-6849E214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BDE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97D4D-B729-4CF6-B96A-AB60EA9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145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Проверить настройки и модель в STE Slicer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B26BE-8DE7-4731-8F56-0F4308F8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BDE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886B2-0BEF-424E-B8BD-280E2788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05125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Пройти сценарий через чат</a:t>
            </a:r>
          </a:p>
          <a:p xmlns:a="http://schemas.openxmlformats.org/drawingml/2006/main">
            <a: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во всех трёх режимах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78DA4-499D-4857-B8BF-196121C8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BDE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98293-9135-4893-B33B-AEE993C4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371975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Посмотреть G-code в Preview</a:t>
            </a:r>
          </a:p>
          <a:p xmlns:a="http://schemas.openxmlformats.org/drawingml/2006/main">
            <a:pPr>
              <a:defRPr sz="2325" b="0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7FAFF"/>
                </a:solidFill>
                <a:latin typeface="Arial"/>
                <a:ea typeface="Arial"/>
                <a:cs typeface="Arial"/>
              </a:rPr>
              <a:t>и заново открыть сохранённый 3MF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1FAB6-CA8D-4C2C-82CA-8E24AC04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772150"/>
            <a:ext cx="423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BDEC"/>
                </a:solidFill>
                <a:latin typeface="Arial"/>
                <a:ea typeface="Arial"/>
                <a:cs typeface="Arial"/>
              </a:rPr>
              <a:t>project.3mf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5344D-4E2D-4938-9CAB-AAA7BAFA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721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BDE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BDEC"/>
                </a:solidFill>
                <a:latin typeface="Arial"/>
                <a:ea typeface="Arial"/>
                <a:cs typeface="Arial"/>
              </a:rPr>
              <a:t>result.gcode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6968E-1FD7-44B4-AB62-5E85DEC3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C9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9D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3528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2026-10-24T07:11:08.5510000Z</dcterms:created>
  <dcterms:modified xsi:type="dcterms:W3CDTF">2026-10-24T07:11:08.5510000Z</dcterms:modified>
</coreProperties>
</file>